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09A5CC-6380-BC33-DCD6-9DAF7F4DE2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A395D7-A3E4-6543-52A1-F425E37BE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B666D4-3620-77BB-AD9A-C0BC020CD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8020-E5C4-4237-B4E4-18183468D86E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E8BCC1-6135-2342-AFF8-725ABC998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256D78-E9FA-ABA3-77CF-858297CE3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8963E-CCA4-45C0-86F6-329EE7A60A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5499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343E0-1A5F-90D0-FC91-E0322203C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EE551A-8D0A-86DF-A5E0-4EACA903F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225704-8F1D-43DD-27A9-8B4891C1F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8020-E5C4-4237-B4E4-18183468D86E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47A7DC-2A5B-D07F-E8FC-FC76FD682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EE6B04-4A32-5FE7-8B3B-740E56596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8963E-CCA4-45C0-86F6-329EE7A60A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18694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D088D2-5D2C-4474-F604-F4996244E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309F6C-2394-C3D0-803C-D35E851E5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4EC96D-5D8A-A94A-9753-8AF8507D9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8020-E5C4-4237-B4E4-18183468D86E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76A822-62F8-548D-3CB9-66FECBF2E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552CD4-1B6D-B229-01EB-F0C75822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8963E-CCA4-45C0-86F6-329EE7A60A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5491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B5FD00-9491-5A65-3F8D-761446AE8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7E9D40-F3ED-3727-3B47-09FCB423BB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B534D65-1849-FC96-6CCB-976D203F5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12B1C7D-EEA7-038B-27CD-38E00B520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8020-E5C4-4237-B4E4-18183468D86E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D81FB5-68F1-2C72-5767-C20316DDC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30BF45-5992-471C-4546-1CC564D72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8963E-CCA4-45C0-86F6-329EE7A60A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9748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D4A58E-CA00-FEF6-6892-2CD5E0DC2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B67EDE-BD04-D20A-F2CE-2ED528EA9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4E7BCD4-2447-5147-722E-9F2BF513F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7F37248-76C0-B422-934F-62008D2414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7457C34-8E3A-FECA-92B2-CEA1535EB0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38711FE-06F7-DFCA-B602-B23B6EE6A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8020-E5C4-4237-B4E4-18183468D86E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C2C4FAC-843A-976F-FFEE-F330324CE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235C3F5-6EE1-DFEF-EBBC-A1C384A1D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8963E-CCA4-45C0-86F6-329EE7A60A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16183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96ECE3-71C8-A638-5110-E6CAFC33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FF978B2-D13A-9617-21A9-618B12873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8020-E5C4-4237-B4E4-18183468D86E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D1AD9A5-24D7-0A87-52BB-7232AE2B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BE3172F-04ED-F622-DD68-59A81704C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8963E-CCA4-45C0-86F6-329EE7A60A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19137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0B13CDB-F924-8C61-9686-9FC3034BB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8020-E5C4-4237-B4E4-18183468D86E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A7BA84C-8344-E1B5-8D1A-69113489D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E3020E7-10A4-6125-AB6D-26C36F59F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8963E-CCA4-45C0-86F6-329EE7A60A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72729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E2A3-F118-36B7-24D8-C0D63F255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28E9E6-3246-D89B-10F5-323F41914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E106F04-642B-EC94-D8FB-9C5D790E98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10DAB9-1A1D-4CC4-364F-CBF5FE434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8020-E5C4-4237-B4E4-18183468D86E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F1F1BE0-E316-0F77-11E3-38633494C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507CF40-9BA7-1E5A-991F-17F58F9DF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8963E-CCA4-45C0-86F6-329EE7A60A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7585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64A26D-7E39-7CB5-1B1E-4B69B590F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E38F194-84FB-10A8-357B-37ED8E35D5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E64EF4B-5C9C-7E78-CE98-2C5A974C7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31AEF5A-2D13-FF72-07BC-6FED6261A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8020-E5C4-4237-B4E4-18183468D86E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313C369-CB0B-7CE5-36F2-7C39AAAA2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FD8434-F0D5-CA6D-9A2E-A04FAB74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8963E-CCA4-45C0-86F6-329EE7A60A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9154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23A8DB-183D-F7D7-1FEC-6AD0B3200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DB1AE39-F970-353A-F62E-DFD0FDC2F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4AA372-ED1A-550E-96D5-B44862CD3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8020-E5C4-4237-B4E4-18183468D86E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F92851-E857-BEB7-95E9-FD3DBC9EA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C6FB7A-C6F1-21BE-2C5E-BF97E4054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8963E-CCA4-45C0-86F6-329EE7A60A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1060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6A08FC1-52F1-6D28-1678-F837FF8C80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24F9D7B-2CE9-0168-186A-A50CCE335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F21641-7EC8-D84F-2719-A593EF74D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38020-E5C4-4237-B4E4-18183468D86E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142198-BBE5-280F-5FD3-E22EE509E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AEECDD-88B1-EB74-7F33-14994303D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8963E-CCA4-45C0-86F6-329EE7A60A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52239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F7827A7-98B3-F39E-E1BF-055CCEFA1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52E345-D229-4976-98A4-08CC77ADE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5CF7AD-75CB-3681-3C85-1CB523BF74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A38020-E5C4-4237-B4E4-18183468D86E}" type="datetimeFigureOut">
              <a:rPr lang="es-MX" smtClean="0"/>
              <a:t>06/10/2025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FF2B51-A403-0C4E-654D-1EA23627B9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C8D0BD-1090-CEA8-1B56-F06F26E40B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B8963E-CCA4-45C0-86F6-329EE7A60A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50807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emak - Wikipedia">
            <a:extLst>
              <a:ext uri="{FF2B5EF4-FFF2-40B4-BE49-F238E27FC236}">
                <a16:creationId xmlns:a16="http://schemas.microsoft.com/office/drawing/2014/main" id="{365B57CB-3861-936C-AA91-037D41629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170" y="187286"/>
            <a:ext cx="6715091" cy="2792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HAD Manufacturing |">
            <a:extLst>
              <a:ext uri="{FF2B5EF4-FFF2-40B4-BE49-F238E27FC236}">
                <a16:creationId xmlns:a16="http://schemas.microsoft.com/office/drawing/2014/main" id="{E0141F6A-8157-68DF-8418-13DA421AF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1097" y="4198560"/>
            <a:ext cx="3064470" cy="3064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Magneti Marelli - Wikipedia, la enciclopedia libre">
            <a:extLst>
              <a:ext uri="{FF2B5EF4-FFF2-40B4-BE49-F238E27FC236}">
                <a16:creationId xmlns:a16="http://schemas.microsoft.com/office/drawing/2014/main" id="{095A6E3E-7F72-BF63-106F-1222CC5B28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3640" y="4843216"/>
            <a:ext cx="1865061" cy="152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Kabe Quality México - Inspección, consultoría, reparaciones, kaizen">
            <a:extLst>
              <a:ext uri="{FF2B5EF4-FFF2-40B4-BE49-F238E27FC236}">
                <a16:creationId xmlns:a16="http://schemas.microsoft.com/office/drawing/2014/main" id="{E4EE774C-0229-EB40-6789-40CA1CBED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7244" y="2975394"/>
            <a:ext cx="3173119" cy="122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martinrea-logo - Trinity Tech Inc.">
            <a:extLst>
              <a:ext uri="{FF2B5EF4-FFF2-40B4-BE49-F238E27FC236}">
                <a16:creationId xmlns:a16="http://schemas.microsoft.com/office/drawing/2014/main" id="{3233ABAE-0D53-EADD-6927-E70C2A2E3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493" y="2524212"/>
            <a:ext cx="2985265" cy="2243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Directorio Automotriz | Plataforma Electrónica">
            <a:extLst>
              <a:ext uri="{FF2B5EF4-FFF2-40B4-BE49-F238E27FC236}">
                <a16:creationId xmlns:a16="http://schemas.microsoft.com/office/drawing/2014/main" id="{8268309B-D7A7-759A-76F0-B3E7242267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03" b="17956"/>
          <a:stretch/>
        </p:blipFill>
        <p:spPr bwMode="auto">
          <a:xfrm>
            <a:off x="4273271" y="3963359"/>
            <a:ext cx="3173119" cy="1588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C9070F0-8970-E3EE-84FA-B9C73258317B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9" t="11466" r="11457" b="55818"/>
          <a:stretch/>
        </p:blipFill>
        <p:spPr>
          <a:xfrm>
            <a:off x="0" y="2996"/>
            <a:ext cx="2747280" cy="92333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9C586EB9-B408-6102-A754-CD99002603A1}"/>
              </a:ext>
            </a:extLst>
          </p:cNvPr>
          <p:cNvSpPr/>
          <p:nvPr/>
        </p:nvSpPr>
        <p:spPr>
          <a:xfrm>
            <a:off x="0" y="6640643"/>
            <a:ext cx="12192000" cy="21436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82090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USUARIO</dc:creator>
  <cp:lastModifiedBy>USUARIO</cp:lastModifiedBy>
  <cp:revision>7</cp:revision>
  <dcterms:created xsi:type="dcterms:W3CDTF">2024-08-26T19:22:07Z</dcterms:created>
  <dcterms:modified xsi:type="dcterms:W3CDTF">2025-10-06T21:34:31Z</dcterms:modified>
</cp:coreProperties>
</file>